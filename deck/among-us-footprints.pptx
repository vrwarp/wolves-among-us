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out cards and spoons as they arrive. Imposters were tapped privately beforehand.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 first and say it again at the end. Enforce it hardest during a Sabotage and when someone is walking to report a body.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explain the whole ruleset. Explain enough to start moving.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Announce tonight’s target out loud here. 8 is the normal setting.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anti-copying task. Every group has different letters at every door.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 the three imposters privately before the room fills.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Lights DIM, never off. One counselor stands at the stairs and does nothing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Hold here for a beat before the debrief.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41732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F57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Among Us</a:t>
            </a:r>
            <a:endParaRPr lang="en-US" sz="6200" dirty="0"/>
          </a:p>
        </p:txBody>
      </p:sp>
      <p:sp>
        <p:nvSpPr>
          <p:cNvPr id="3" name="Shape 1"/>
          <p:cNvSpPr/>
          <p:nvPr/>
        </p:nvSpPr>
        <p:spPr>
          <a:xfrm>
            <a:off x="4206240" y="2615184"/>
            <a:ext cx="731520" cy="5029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880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Footprints Edition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57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 RUNNING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548640" y="28346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means there is always a foot on the ground. This one is a safety rule, not a game rule.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222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 the night works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623060"/>
            <a:ext cx="384048" cy="384048"/>
          </a:xfrm>
          <a:prstGeom prst="ellipse">
            <a:avLst/>
          </a:prstGeom>
          <a:solidFill>
            <a:srgbClr val="FF572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230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15568" y="159562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tasks on your card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15568" y="183337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counselor to mark each one. Four counselors, four different markers.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583180"/>
            <a:ext cx="384048" cy="384048"/>
          </a:xfrm>
          <a:prstGeom prst="ellipse">
            <a:avLst/>
          </a:prstGeom>
          <a:solidFill>
            <a:srgbClr val="FF572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831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15568" y="255574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tonight’s target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15568" y="279349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card is worth more than you need. You pick which tasks to do.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543300"/>
            <a:ext cx="384048" cy="384048"/>
          </a:xfrm>
          <a:prstGeom prst="ellipse">
            <a:avLst/>
          </a:prstGeom>
          <a:solidFill>
            <a:srgbClr val="FF572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5433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15568" y="351586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15568" y="375361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of you are imposters. A tap on the shoulder with a spoon and you are dead.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44851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rounds tonight — maybe three if we have time.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73736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57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Your Card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4206240" y="2907792"/>
            <a:ext cx="731520" cy="5029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3154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 is printed on it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222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is on your card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57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11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AVAILABLE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60020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tasks. Each one is worth 1, 2 or 3 points.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NOT need all six — pick any combination that reaches tonight’s target.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GROUP NUMBER is in the top right corner. You will need it.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die, there are extra boxes at the bottom for origami.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73736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57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Tasks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4206240" y="2907792"/>
            <a:ext cx="731520" cy="5029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3154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Easy, medium and hard — you choose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222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Worth 1 point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84048" cy="384048"/>
          </a:xfrm>
          <a:prstGeom prst="ellipse">
            <a:avLst/>
          </a:prstGeom>
          <a:solidFill>
            <a:srgbClr val="FF572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15568" y="207568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15568" y="231343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two letters posted for YOUR ROW at all seven doors.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384048" cy="384048"/>
          </a:xfrm>
          <a:prstGeom prst="ellipse">
            <a:avLst/>
          </a:prstGeom>
          <a:solidFill>
            <a:srgbClr val="FF572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15568" y="303580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Gospel &amp; Theme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15568" y="327355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card gives you a word. Find the box whose sentence it completes.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44851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card has both of these.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222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Worth 2 points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84048" cy="384048"/>
          </a:xfrm>
          <a:prstGeom prst="ellipse">
            <a:avLst/>
          </a:prstGeom>
          <a:solidFill>
            <a:srgbClr val="FF572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15568" y="138988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Maze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15568" y="162763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one sheet, solve it, show any counselor.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091690"/>
            <a:ext cx="384048" cy="384048"/>
          </a:xfrm>
          <a:prstGeom prst="ellipse">
            <a:avLst/>
          </a:prstGeom>
          <a:solidFill>
            <a:srgbClr val="FF572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09169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15568" y="206425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4×4 Sudoku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15568" y="230200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one sheet, fill in 1 to 4, show any counselor.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2766060"/>
            <a:ext cx="384048" cy="384048"/>
          </a:xfrm>
          <a:prstGeom prst="ellipse">
            <a:avLst/>
          </a:prstGeom>
          <a:solidFill>
            <a:srgbClr val="FF572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7660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15568" y="273862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 Stack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15568" y="297637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15 cups — then reset the lane before you leave.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440430"/>
            <a:ext cx="384048" cy="384048"/>
          </a:xfrm>
          <a:prstGeom prst="ellipse">
            <a:avLst/>
          </a:prstGeom>
          <a:solidFill>
            <a:srgbClr val="FF5722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4404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15568" y="341299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Stack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115568" y="365074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apples, standing on their own for three full seconds.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384048" cy="384048"/>
          </a:xfrm>
          <a:prstGeom prst="ellipse">
            <a:avLst/>
          </a:prstGeom>
          <a:solidFill>
            <a:srgbClr val="FF5722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15568" y="408736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Delivery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115568" y="432511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a red ball between the lobby and the dead room.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222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Worth 3 points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84048" cy="384048"/>
          </a:xfrm>
          <a:prstGeom prst="ellipse">
            <a:avLst/>
          </a:prstGeom>
          <a:solidFill>
            <a:srgbClr val="FF572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15568" y="207568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Verse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15568" y="231343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references on your card. Look each one up in a pew Bible and write down the page number.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384048" cy="384048"/>
          </a:xfrm>
          <a:prstGeom prst="ellipse">
            <a:avLst/>
          </a:prstGeom>
          <a:solidFill>
            <a:srgbClr val="FF572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15568" y="303580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Fly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15568" y="327355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paper plane that flies past the far line. Unlimited tries.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44851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card has exactly one 3-point task.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POINT  ·  SEVEN DOORS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222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Doors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623060"/>
            <a:ext cx="384048" cy="384048"/>
          </a:xfrm>
          <a:prstGeom prst="ellipse">
            <a:avLst/>
          </a:prstGeom>
          <a:solidFill>
            <a:srgbClr val="FF572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230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15568" y="159562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doors upstairs, three downstairs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15568" y="183337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 U2 U3 U4 upstairs. D1 D2 D3 downstairs. Each has a sheet taped to it.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583180"/>
            <a:ext cx="384048" cy="384048"/>
          </a:xfrm>
          <a:prstGeom prst="ellipse">
            <a:avLst/>
          </a:prstGeom>
          <a:solidFill>
            <a:srgbClr val="FF572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831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15568" y="255574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YOUR group number on the sheet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15568" y="279349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row is your group number. Everyone’s row is different.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543300"/>
            <a:ext cx="384048" cy="384048"/>
          </a:xfrm>
          <a:prstGeom prst="ellipse">
            <a:avLst/>
          </a:prstGeom>
          <a:solidFill>
            <a:srgbClr val="FF572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5433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15568" y="351586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BOTH letters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15568" y="375361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letters per door, fourteen in total. Write them in the boxes on your card.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44851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Copying your friend’s answers will get you fourteen wrong letters.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POINT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222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Gospel &amp; Theme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931920" cy="2834640"/>
          </a:xfrm>
          <a:prstGeom prst="roundRect">
            <a:avLst>
              <a:gd name="adj" fmla="val 1935"/>
            </a:avLst>
          </a:prstGeom>
          <a:solidFill>
            <a:srgbClr val="F7F6F4"/>
          </a:solidFill>
          <a:ln w="12700">
            <a:solidFill>
              <a:srgbClr val="E6E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66420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57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Your card gives you a word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04672" y="2212848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 · PAYING · OUR · EVERYONE · SINS · LIFE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these is printed on your card.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first word of one of the six sentences.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463040"/>
            <a:ext cx="3931920" cy="2834640"/>
          </a:xfrm>
          <a:prstGeom prst="roundRect">
            <a:avLst>
              <a:gd name="adj" fmla="val 1935"/>
            </a:avLst>
          </a:prstGeom>
          <a:solidFill>
            <a:srgbClr val="F7F6F4"/>
          </a:solidFill>
          <a:ln w="12700">
            <a:solidFill>
              <a:srgbClr val="E6E3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19472" y="166420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285F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Six boxes, six sentences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919472" y="2212848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box shows a sentence with the first word blanked out.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one YOUR word completes.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one card and show it to any counselor.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box, no mark.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POINTS  ·  THREE RED BALLS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222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Special Delivery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931920" cy="2834640"/>
          </a:xfrm>
          <a:prstGeom prst="roundRect">
            <a:avLst>
              <a:gd name="adj" fmla="val 1935"/>
            </a:avLst>
          </a:prstGeom>
          <a:solidFill>
            <a:srgbClr val="F7F6F4"/>
          </a:solidFill>
          <a:ln w="12700">
            <a:solidFill>
              <a:srgbClr val="E6E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66420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57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Carry one ball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04672" y="2212848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card tells you which way: lobby to dead room, or dead room to lobby.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it to the counselor at the other end. They mark your card.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off AT THE DOOR of the dead room. Do not go inside.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463040"/>
            <a:ext cx="3931920" cy="2834640"/>
          </a:xfrm>
          <a:prstGeom prst="roundRect">
            <a:avLst>
              <a:gd name="adj" fmla="val 1935"/>
            </a:avLst>
          </a:prstGeom>
          <a:solidFill>
            <a:srgbClr val="F7F6F4"/>
          </a:solidFill>
          <a:ln w="12700">
            <a:solidFill>
              <a:srgbClr val="E6E3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19472" y="166420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285F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 ball there?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919472" y="2212848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the other station, take one, and bring it back.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round trip still counts.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ball anywhere? Go do something else and come back.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73736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57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If You Are An Imposter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4206240" y="2907792"/>
            <a:ext cx="731520" cy="5029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3154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of you. Nobody else knows.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222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kill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623060"/>
            <a:ext cx="384048" cy="384048"/>
          </a:xfrm>
          <a:prstGeom prst="ellipse">
            <a:avLst/>
          </a:prstGeom>
          <a:solidFill>
            <a:srgbClr val="FF572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230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15568" y="159562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them with your spoon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15568" y="183337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Shoulder or upper back only. Nothing else, ever.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583180"/>
            <a:ext cx="384048" cy="384048"/>
          </a:xfrm>
          <a:prstGeom prst="ellipse">
            <a:avLst/>
          </a:prstGeom>
          <a:solidFill>
            <a:srgbClr val="FF572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831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15568" y="255574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nothing. Keep walking.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15568" y="279349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react, do not look back, do not smile.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543300"/>
            <a:ext cx="384048" cy="384048"/>
          </a:xfrm>
          <a:prstGeom prst="ellipse">
            <a:avLst/>
          </a:prstGeom>
          <a:solidFill>
            <a:srgbClr val="FF572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5433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15568" y="351586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silently to twenty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15568" y="375361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your reload. You cannot kill again until you finish counting.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44851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real tasks. Get real marks. Your card should look exactly like everyone else’s.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IMPOSTERS  ·  TWICE PER ROUND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222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Sabotage: Lights Out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623060"/>
            <a:ext cx="384048" cy="384048"/>
          </a:xfrm>
          <a:prstGeom prst="ellipse">
            <a:avLst/>
          </a:prstGeom>
          <a:solidFill>
            <a:srgbClr val="FF572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230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15568" y="159562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any counselor with your spoon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15568" y="183337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wait a few seconds, then the lights start going down.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583180"/>
            <a:ext cx="384048" cy="384048"/>
          </a:xfrm>
          <a:prstGeom prst="ellipse">
            <a:avLst/>
          </a:prstGeom>
          <a:solidFill>
            <a:srgbClr val="FF572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831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15568" y="255574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Command calls five supplies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15568" y="279349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FUSE, BATTERY, KEYCARD, O2 TANK, WRENCH, REACTOR ROD — each one taped at a door.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543300"/>
            <a:ext cx="384048" cy="384048"/>
          </a:xfrm>
          <a:prstGeom prst="ellipse">
            <a:avLst/>
          </a:prstGeom>
          <a:solidFill>
            <a:srgbClr val="FF572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5433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15568" y="351586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crew has two minutes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15568" y="375361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ITEM PER PERSON. Five items means five different people. Nobody runs.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44851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fails: two more deaths and ninety seconds off the clock. Crew wins: a whole extra minute.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73736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57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When You Die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4206240" y="2907792"/>
            <a:ext cx="731520" cy="5029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3154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the end of your night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CREW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222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When you die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84048" cy="384048"/>
          </a:xfrm>
          <a:prstGeom prst="ellipse">
            <a:avLst/>
          </a:prstGeom>
          <a:solidFill>
            <a:srgbClr val="FF572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15568" y="138988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 down where you were tapped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15568" y="162763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a wall. Never in a doorway, never on the stairs. Stay silent.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384048" cy="384048"/>
          </a:xfrm>
          <a:prstGeom prst="ellipse">
            <a:avLst/>
          </a:prstGeom>
          <a:solidFill>
            <a:srgbClr val="FF572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15568" y="216712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to be found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15568" y="240487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pointing, no eye contact, no laughing. Someone will come.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384048" cy="384048"/>
          </a:xfrm>
          <a:prstGeom prst="ellipse">
            <a:avLst/>
          </a:prstGeom>
          <a:solidFill>
            <a:srgbClr val="FF572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15568" y="294436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go to the dead room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15568" y="318211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hear EMERGEN-C, get up and walk straight there. You do not go to the meeting.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384048" cy="384048"/>
          </a:xfrm>
          <a:prstGeom prst="ellipse">
            <a:avLst/>
          </a:prstGeom>
          <a:solidFill>
            <a:srgbClr val="FF5722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15568" y="372160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origami for points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115568" y="395935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2 points. BLUE 3 points. One sheet at a time. You still need tonight’s target.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44851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Dying slows you down. It does not excuse you.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73736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57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Emergency Meetings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4206240" y="2907792"/>
            <a:ext cx="731520" cy="5029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3154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way to catch an imposter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222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You found a body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623060"/>
            <a:ext cx="384048" cy="384048"/>
          </a:xfrm>
          <a:prstGeom prst="ellipse">
            <a:avLst/>
          </a:prstGeom>
          <a:solidFill>
            <a:srgbClr val="FF572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230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15568" y="159562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nothing at the scene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15568" y="183337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Yelling here tells the whole building which hallway the body is in.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583180"/>
            <a:ext cx="384048" cy="384048"/>
          </a:xfrm>
          <a:prstGeom prst="ellipse">
            <a:avLst/>
          </a:prstGeom>
          <a:solidFill>
            <a:srgbClr val="FF572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831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15568" y="255574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to the lobby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15568" y="279349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Walk. Then, the moment you cross into the lobby, yell EMERGEN-C.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543300"/>
            <a:ext cx="384048" cy="384048"/>
          </a:xfrm>
          <a:prstGeom prst="ellipse">
            <a:avLst/>
          </a:prstGeom>
          <a:solidFill>
            <a:srgbClr val="FF572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5433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15568" y="351586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echoes and comes in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15568" y="375361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hear it, yell it, and walk to the lobby.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44851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button this year. Finding a body is the only way to call a meeting.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MINUTES  ·  HARD STOP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222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meeting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84048" cy="384048"/>
          </a:xfrm>
          <a:prstGeom prst="ellipse">
            <a:avLst/>
          </a:prstGeom>
          <a:solidFill>
            <a:srgbClr val="FF572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15568" y="138988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 — 30 seconds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15568" y="162763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Silence. The finder says three things: where the body was, who they saw, who they suspect.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384048" cy="384048"/>
          </a:xfrm>
          <a:prstGeom prst="ellipse">
            <a:avLst/>
          </a:prstGeom>
          <a:solidFill>
            <a:srgbClr val="FF572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15568" y="216712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Nominations — 90 seconds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15568" y="240487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nominate ___ because ___.” No second, and the accusation dies.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384048" cy="384048"/>
          </a:xfrm>
          <a:prstGeom prst="ellipse">
            <a:avLst/>
          </a:prstGeom>
          <a:solidFill>
            <a:srgbClr val="FF572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15568" y="294436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corners — 30 seconds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15568" y="318211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nominee gets fifteen seconds to answer their accuser.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384048" cy="384048"/>
          </a:xfrm>
          <a:prstGeom prst="ellipse">
            <a:avLst/>
          </a:prstGeom>
          <a:solidFill>
            <a:srgbClr val="FF5722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15568" y="372160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vote — 30 seconds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115568" y="395935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to a corner to eject. Stand dead centre to skip. Biggest corner wins, ties eject nobody.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44851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Ejections are revealed on the spot — a crewmate ticks the death count, an imposter doesn’t.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73736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57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 It Ends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4206240" y="2907792"/>
            <a:ext cx="731520" cy="50292"/>
          </a:xfrm>
          <a:prstGeom prst="rect">
            <a:avLst/>
          </a:prstGeom>
          <a:solidFill>
            <a:srgbClr val="4285F4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CONDITIONS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222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 it ends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931920" cy="2834640"/>
          </a:xfrm>
          <a:prstGeom prst="roundRect">
            <a:avLst>
              <a:gd name="adj" fmla="val 1935"/>
            </a:avLst>
          </a:prstGeom>
          <a:solidFill>
            <a:srgbClr val="F7F6F4"/>
          </a:solidFill>
          <a:ln w="12700">
            <a:solidFill>
              <a:srgbClr val="E6E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66420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57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crew wins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04672" y="2212848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crewmate reaches tonight’s target — living and dead.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Ghosts count. Their origami points count.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 early? Keep working your card. Keep moving.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463040"/>
            <a:ext cx="3931920" cy="2834640"/>
          </a:xfrm>
          <a:prstGeom prst="roundRect">
            <a:avLst>
              <a:gd name="adj" fmla="val 1935"/>
            </a:avLst>
          </a:prstGeom>
          <a:solidFill>
            <a:srgbClr val="FDF0EC"/>
          </a:solidFill>
          <a:ln w="12700">
            <a:solidFill>
              <a:srgbClr val="E6E3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19472" y="166420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57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imposters win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919472" y="2212848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death count on the whiteboard hits the threshold.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Sabotage fails badly enough to run the clock out.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round clock reaches zero.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57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“For the wages of sin is death”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548640" y="28346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Romans 6:23a</a:t>
            </a:r>
            <a:endParaRPr lang="en-US" sz="2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572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 RUNNING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548640" y="28346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foot on the ground. Always. Have fun out there.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Among Us: Footprints Edition</dc:title>
  <dc:subject>PptxGenJS Presentation</dc:subject>
  <dc:creator>Footprints</dc:creator>
  <cp:lastModifiedBy>Footprints</cp:lastModifiedBy>
  <cp:revision>1</cp:revision>
  <dcterms:created xsi:type="dcterms:W3CDTF">2026-07-31T08:29:24Z</dcterms:created>
  <dcterms:modified xsi:type="dcterms:W3CDTF">2026-07-31T08:29:24Z</dcterms:modified>
</cp:coreProperties>
</file>